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eee63fecfe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eee63fecfe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eee63fecfe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eee63fecfe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eee63fecfe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eee63fecfe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eee63fecfe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eee63fecfe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eee63fecfe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eee63fecfe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eee63fecfe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eee63fecfe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eee63fecfe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eee63fecfe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744575"/>
            <a:ext cx="8520600" cy="1001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Basic Network Sniffer </a:t>
            </a:r>
            <a:endParaRPr/>
          </a:p>
        </p:txBody>
      </p:sp>
      <p:sp>
        <p:nvSpPr>
          <p:cNvPr id="55" name="Google Shape;55;p13"/>
          <p:cNvSpPr txBox="1"/>
          <p:nvPr>
            <p:ph idx="1" type="subTitle"/>
          </p:nvPr>
        </p:nvSpPr>
        <p:spPr>
          <a:xfrm>
            <a:off x="311700" y="2120975"/>
            <a:ext cx="8520600" cy="1505700"/>
          </a:xfrm>
          <a:prstGeom prst="rect">
            <a:avLst/>
          </a:prstGeom>
        </p:spPr>
        <p:txBody>
          <a:bodyPr anchorCtr="0" anchor="t" bIns="91425" lIns="91425" spcFirstLastPara="1" rIns="91425" wrap="square" tIns="91425">
            <a:normAutofit fontScale="85000" lnSpcReduction="20000"/>
          </a:bodyPr>
          <a:lstStyle/>
          <a:p>
            <a:pPr indent="0" lvl="0" marL="0" rtl="0" algn="l">
              <a:lnSpc>
                <a:spcPct val="115000"/>
              </a:lnSpc>
              <a:spcBef>
                <a:spcPts val="1200"/>
              </a:spcBef>
              <a:spcAft>
                <a:spcPts val="0"/>
              </a:spcAft>
              <a:buClr>
                <a:schemeClr val="dk1"/>
              </a:buClr>
              <a:buSzPct val="39286"/>
              <a:buFont typeface="Arial"/>
              <a:buNone/>
            </a:pPr>
            <a:r>
              <a:rPr lang="en-GB"/>
              <a:t>CodeAlpha Cyber Security Internship</a:t>
            </a:r>
            <a:endParaRPr/>
          </a:p>
          <a:p>
            <a:pPr indent="0" lvl="0" marL="0" rtl="0" algn="l">
              <a:lnSpc>
                <a:spcPct val="115000"/>
              </a:lnSpc>
              <a:spcBef>
                <a:spcPts val="1200"/>
              </a:spcBef>
              <a:spcAft>
                <a:spcPts val="0"/>
              </a:spcAft>
              <a:buClr>
                <a:schemeClr val="dk1"/>
              </a:buClr>
              <a:buSzPct val="39286"/>
              <a:buFont typeface="Arial"/>
              <a:buNone/>
            </a:pPr>
            <a:r>
              <a:rPr lang="en-GB"/>
              <a:t>Presented By: Ala Sailaja</a:t>
            </a:r>
            <a:endParaRPr/>
          </a:p>
          <a:p>
            <a:pPr indent="0" lvl="0" marL="0" rtl="0" algn="ctr">
              <a:spcBef>
                <a:spcPts val="120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Objective </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The objective of this project is to develop a basic network sniffer using Python and Scapy to capture and analyze network packets. This project helps in understanding network communication, packet structures, and traffic monitoring techniques used in cybersecurity.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Tools Used </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GB"/>
              <a:t>Python</a:t>
            </a:r>
            <a:endParaRPr/>
          </a:p>
          <a:p>
            <a:pPr indent="0" lvl="0" marL="0" rtl="0" algn="l">
              <a:spcBef>
                <a:spcPts val="1200"/>
              </a:spcBef>
              <a:spcAft>
                <a:spcPts val="0"/>
              </a:spcAft>
              <a:buClr>
                <a:schemeClr val="dk1"/>
              </a:buClr>
              <a:buSzPts val="1100"/>
              <a:buFont typeface="Arial"/>
              <a:buNone/>
            </a:pPr>
            <a:r>
              <a:rPr lang="en-GB"/>
              <a:t>• Scapy</a:t>
            </a:r>
            <a:endParaRPr/>
          </a:p>
          <a:p>
            <a:pPr indent="0" lvl="0" marL="0" rtl="0" algn="l">
              <a:spcBef>
                <a:spcPts val="1200"/>
              </a:spcBef>
              <a:spcAft>
                <a:spcPts val="0"/>
              </a:spcAft>
              <a:buClr>
                <a:schemeClr val="dk1"/>
              </a:buClr>
              <a:buSzPts val="1100"/>
              <a:buFont typeface="Arial"/>
              <a:buNone/>
            </a:pPr>
            <a:r>
              <a:rPr lang="en-GB"/>
              <a:t>• Npcap</a:t>
            </a:r>
            <a:endParaRPr/>
          </a:p>
          <a:p>
            <a:pPr indent="0" lvl="0" marL="0" rtl="0" algn="l">
              <a:spcBef>
                <a:spcPts val="1200"/>
              </a:spcBef>
              <a:spcAft>
                <a:spcPts val="0"/>
              </a:spcAft>
              <a:buClr>
                <a:schemeClr val="dk1"/>
              </a:buClr>
              <a:buSzPts val="1100"/>
              <a:buFont typeface="Arial"/>
              <a:buNone/>
            </a:pPr>
            <a:r>
              <a:rPr lang="en-GB"/>
              <a:t>• Visual Studio Code (VS Code)</a:t>
            </a:r>
            <a:endParaRPr/>
          </a:p>
          <a:p>
            <a:pPr indent="0" lvl="0" marL="0" rtl="0" algn="l">
              <a:spcBef>
                <a:spcPts val="1200"/>
              </a:spcBef>
              <a:spcAft>
                <a:spcPts val="1200"/>
              </a:spcAft>
              <a:buNone/>
            </a:pPr>
            <a:r>
              <a:rPr lang="en-GB"/>
              <a:t>• Windows 11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Procedure </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GB"/>
              <a:t>1. Installed Python.</a:t>
            </a:r>
            <a:endParaRPr/>
          </a:p>
          <a:p>
            <a:pPr indent="0" lvl="0" marL="0" rtl="0" algn="l">
              <a:spcBef>
                <a:spcPts val="1200"/>
              </a:spcBef>
              <a:spcAft>
                <a:spcPts val="0"/>
              </a:spcAft>
              <a:buClr>
                <a:schemeClr val="dk1"/>
              </a:buClr>
              <a:buSzPts val="1100"/>
              <a:buFont typeface="Arial"/>
              <a:buNone/>
            </a:pPr>
            <a:r>
              <a:rPr lang="en-GB"/>
              <a:t>2. Installed Scapy.</a:t>
            </a:r>
            <a:endParaRPr/>
          </a:p>
          <a:p>
            <a:pPr indent="0" lvl="0" marL="0" rtl="0" algn="l">
              <a:spcBef>
                <a:spcPts val="1200"/>
              </a:spcBef>
              <a:spcAft>
                <a:spcPts val="0"/>
              </a:spcAft>
              <a:buClr>
                <a:schemeClr val="dk1"/>
              </a:buClr>
              <a:buSzPts val="1100"/>
              <a:buFont typeface="Arial"/>
              <a:buNone/>
            </a:pPr>
            <a:r>
              <a:rPr lang="en-GB"/>
              <a:t>3. Installed Npcap.</a:t>
            </a:r>
            <a:endParaRPr/>
          </a:p>
          <a:p>
            <a:pPr indent="0" lvl="0" marL="0" rtl="0" algn="l">
              <a:spcBef>
                <a:spcPts val="1200"/>
              </a:spcBef>
              <a:spcAft>
                <a:spcPts val="0"/>
              </a:spcAft>
              <a:buClr>
                <a:schemeClr val="dk1"/>
              </a:buClr>
              <a:buSzPts val="1100"/>
              <a:buFont typeface="Arial"/>
              <a:buNone/>
            </a:pPr>
            <a:r>
              <a:rPr lang="en-GB"/>
              <a:t>4. Created sniffer.py.</a:t>
            </a:r>
            <a:endParaRPr/>
          </a:p>
          <a:p>
            <a:pPr indent="0" lvl="0" marL="0" rtl="0" algn="l">
              <a:spcBef>
                <a:spcPts val="1200"/>
              </a:spcBef>
              <a:spcAft>
                <a:spcPts val="0"/>
              </a:spcAft>
              <a:buClr>
                <a:schemeClr val="dk1"/>
              </a:buClr>
              <a:buSzPts val="1100"/>
              <a:buFont typeface="Arial"/>
              <a:buNone/>
            </a:pPr>
            <a:r>
              <a:rPr lang="en-GB"/>
              <a:t>5. Executed the script in VS Code.</a:t>
            </a:r>
            <a:endParaRPr/>
          </a:p>
          <a:p>
            <a:pPr indent="0" lvl="0" marL="0" rtl="0" algn="l">
              <a:spcBef>
                <a:spcPts val="1200"/>
              </a:spcBef>
              <a:spcAft>
                <a:spcPts val="1200"/>
              </a:spcAft>
              <a:buNone/>
            </a:pPr>
            <a:r>
              <a:rPr lang="en-GB"/>
              <a:t>6. Captured network packets.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Python Code </a:t>
            </a:r>
            <a:endParaRPr/>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Clr>
                <a:schemeClr val="dk1"/>
              </a:buClr>
              <a:buSzPct val="61111"/>
              <a:buFont typeface="Arial"/>
              <a:buNone/>
            </a:pPr>
            <a:r>
              <a:rPr lang="en-GB"/>
              <a:t>from scapy.all import sniff</a:t>
            </a:r>
            <a:endParaRPr/>
          </a:p>
          <a:p>
            <a:pPr indent="0" lvl="0" marL="0" rtl="0" algn="l">
              <a:spcBef>
                <a:spcPts val="1200"/>
              </a:spcBef>
              <a:spcAft>
                <a:spcPts val="0"/>
              </a:spcAft>
              <a:buClr>
                <a:schemeClr val="dk1"/>
              </a:buClr>
              <a:buSzPct val="61111"/>
              <a:buFont typeface="Arial"/>
              <a:buNone/>
            </a:pPr>
            <a:r>
              <a:t/>
            </a:r>
            <a:endParaRPr/>
          </a:p>
          <a:p>
            <a:pPr indent="0" lvl="0" marL="0" rtl="0" algn="l">
              <a:spcBef>
                <a:spcPts val="1200"/>
              </a:spcBef>
              <a:spcAft>
                <a:spcPts val="0"/>
              </a:spcAft>
              <a:buClr>
                <a:schemeClr val="dk1"/>
              </a:buClr>
              <a:buSzPct val="61111"/>
              <a:buFont typeface="Arial"/>
              <a:buNone/>
            </a:pPr>
            <a:r>
              <a:rPr lang="en-GB"/>
              <a:t>def packet_callback(packet):</a:t>
            </a:r>
            <a:endParaRPr/>
          </a:p>
          <a:p>
            <a:pPr indent="0" lvl="0" marL="0" rtl="0" algn="l">
              <a:spcBef>
                <a:spcPts val="1200"/>
              </a:spcBef>
              <a:spcAft>
                <a:spcPts val="0"/>
              </a:spcAft>
              <a:buClr>
                <a:schemeClr val="dk1"/>
              </a:buClr>
              <a:buSzPct val="61111"/>
              <a:buFont typeface="Arial"/>
              <a:buNone/>
            </a:pPr>
            <a:r>
              <a:rPr lang="en-GB"/>
              <a:t>    print(packet.summary())</a:t>
            </a:r>
            <a:endParaRPr/>
          </a:p>
          <a:p>
            <a:pPr indent="0" lvl="0" marL="0" rtl="0" algn="l">
              <a:spcBef>
                <a:spcPts val="1200"/>
              </a:spcBef>
              <a:spcAft>
                <a:spcPts val="0"/>
              </a:spcAft>
              <a:buClr>
                <a:schemeClr val="dk1"/>
              </a:buClr>
              <a:buSzPct val="61111"/>
              <a:buFont typeface="Arial"/>
              <a:buNone/>
            </a:pPr>
            <a:r>
              <a:t/>
            </a:r>
            <a:endParaRPr/>
          </a:p>
          <a:p>
            <a:pPr indent="0" lvl="0" marL="0" rtl="0" algn="l">
              <a:spcBef>
                <a:spcPts val="1200"/>
              </a:spcBef>
              <a:spcAft>
                <a:spcPts val="0"/>
              </a:spcAft>
              <a:buClr>
                <a:schemeClr val="dk1"/>
              </a:buClr>
              <a:buSzPct val="61111"/>
              <a:buFont typeface="Arial"/>
              <a:buNone/>
            </a:pPr>
            <a:r>
              <a:rPr lang="en-GB"/>
              <a:t>print("Starting packet capture...")</a:t>
            </a:r>
            <a:endParaRPr/>
          </a:p>
          <a:p>
            <a:pPr indent="0" lvl="0" marL="0" rtl="0" algn="l">
              <a:spcBef>
                <a:spcPts val="1200"/>
              </a:spcBef>
              <a:spcAft>
                <a:spcPts val="0"/>
              </a:spcAft>
              <a:buClr>
                <a:schemeClr val="dk1"/>
              </a:buClr>
              <a:buSzPct val="61111"/>
              <a:buFont typeface="Arial"/>
              <a:buNone/>
            </a:pPr>
            <a:r>
              <a:rPr lang="en-GB"/>
              <a:t>sniff(prn=packet_callback, count=20)</a:t>
            </a:r>
            <a:endParaRPr/>
          </a:p>
          <a:p>
            <a:pPr indent="0" lvl="0" marL="0" rtl="0" algn="l">
              <a:spcBef>
                <a:spcPts val="1200"/>
              </a:spcBef>
              <a:spcAft>
                <a:spcPts val="0"/>
              </a:spcAft>
              <a:buClr>
                <a:schemeClr val="dk1"/>
              </a:buClr>
              <a:buSzPct val="61111"/>
              <a:buFont typeface="Arial"/>
              <a:buNone/>
            </a:pPr>
            <a:r>
              <a:rPr lang="en-GB"/>
              <a:t>print("Capture completed.")</a:t>
            </a:r>
            <a:endParaRPr/>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Output </a:t>
            </a:r>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GB"/>
              <a:t>Starting packet capture...</a:t>
            </a:r>
            <a:endParaRPr/>
          </a:p>
          <a:p>
            <a:pPr indent="0" lvl="0" marL="0" rtl="0" algn="l">
              <a:spcBef>
                <a:spcPts val="1200"/>
              </a:spcBef>
              <a:spcAft>
                <a:spcPts val="0"/>
              </a:spcAft>
              <a:buClr>
                <a:schemeClr val="dk1"/>
              </a:buClr>
              <a:buSzPts val="1100"/>
              <a:buFont typeface="Arial"/>
              <a:buNone/>
            </a:pPr>
            <a:r>
              <a:rPr lang="en-GB"/>
              <a:t>...</a:t>
            </a:r>
            <a:endParaRPr/>
          </a:p>
          <a:p>
            <a:pPr indent="0" lvl="0" marL="0" rtl="0" algn="l">
              <a:spcBef>
                <a:spcPts val="1200"/>
              </a:spcBef>
              <a:spcAft>
                <a:spcPts val="0"/>
              </a:spcAft>
              <a:buClr>
                <a:schemeClr val="dk1"/>
              </a:buClr>
              <a:buSzPts val="1100"/>
              <a:buFont typeface="Arial"/>
              <a:buNone/>
            </a:pPr>
            <a:r>
              <a:rPr lang="en-GB"/>
              <a:t>Capture completed.</a:t>
            </a:r>
            <a:endParaRPr/>
          </a:p>
          <a:p>
            <a:pPr indent="0" lvl="0" marL="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Conclusion </a:t>
            </a:r>
            <a:endParaRPr/>
          </a:p>
        </p:txBody>
      </p:sp>
      <p:sp>
        <p:nvSpPr>
          <p:cNvPr id="91" name="Google Shape;91;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The Basic Network Sniffer was successfully implemented using Python and Scapy. The program captured network packets and displayed packet information in real time. This project provided practical experience in network monitoring and packet analysis, which are important concepts in cybersecurity.</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References </a:t>
            </a:r>
            <a:endParaRPr/>
          </a:p>
        </p:txBody>
      </p:sp>
      <p:sp>
        <p:nvSpPr>
          <p:cNvPr id="97" name="Google Shape;97;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GB"/>
              <a:t>Scapy Documentation</a:t>
            </a:r>
            <a:endParaRPr/>
          </a:p>
          <a:p>
            <a:pPr indent="0" lvl="0" marL="0" rtl="0" algn="l">
              <a:spcBef>
                <a:spcPts val="1200"/>
              </a:spcBef>
              <a:spcAft>
                <a:spcPts val="0"/>
              </a:spcAft>
              <a:buClr>
                <a:schemeClr val="dk1"/>
              </a:buClr>
              <a:buSzPts val="1100"/>
              <a:buFont typeface="Arial"/>
              <a:buNone/>
            </a:pPr>
            <a:r>
              <a:rPr lang="en-GB"/>
              <a:t>• Python Official Documentation</a:t>
            </a:r>
            <a:endParaRPr/>
          </a:p>
          <a:p>
            <a:pPr indent="0" lvl="0" marL="0" rtl="0" algn="l">
              <a:spcBef>
                <a:spcPts val="1200"/>
              </a:spcBef>
              <a:spcAft>
                <a:spcPts val="0"/>
              </a:spcAft>
              <a:buClr>
                <a:schemeClr val="dk1"/>
              </a:buClr>
              <a:buSzPts val="1100"/>
              <a:buFont typeface="Arial"/>
              <a:buNone/>
            </a:pPr>
            <a:r>
              <a:rPr lang="en-GB"/>
              <a:t>• Npcap Documentation</a:t>
            </a:r>
            <a:endParaRPr/>
          </a:p>
          <a:p>
            <a:pPr indent="0" lvl="0" marL="0" rtl="0" algn="l">
              <a:spcBef>
                <a:spcPts val="1200"/>
              </a:spcBef>
              <a:spcAft>
                <a:spcPts val="0"/>
              </a:spcAft>
              <a:buClr>
                <a:schemeClr val="dk1"/>
              </a:buClr>
              <a:buSzPts val="1100"/>
              <a:buFont typeface="Arial"/>
              <a:buNone/>
            </a:pPr>
            <a:r>
              <a:rPr lang="en-GB"/>
              <a:t>• OWASP Cybersecurity Resources</a:t>
            </a:r>
            <a:endParaRPr/>
          </a:p>
          <a:p>
            <a:pPr indent="0" lvl="0" marL="0" rtl="0" algn="l">
              <a:spcBef>
                <a:spcPts val="1200"/>
              </a:spcBef>
              <a:spcAft>
                <a:spcPts val="1200"/>
              </a:spcAft>
              <a:buNone/>
            </a:pPr>
            <a:r>
              <a:rPr lang="en-GB"/>
              <a:t>• CodeAlpha Cyber Security Internship Guidelines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